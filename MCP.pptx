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600" b="1">
                <a:solidFill>
                  <a:srgbClr val="F8FAFC"/>
                </a:solidFill>
                <a:latin typeface="Calibri"/>
              </a:defRPr>
            </a:pPr>
            <a:r>
              <a:t>MCP Infrastructure</a:t>
            </a:r>
            <a:br/>
            <a:r>
              <a:t>Management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Natural Language Operations for Kubernetes &amp; Palette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4389120"/>
            <a:ext cx="484632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4572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  <a:latin typeface="Calibri"/>
              </a:defRPr>
            </a:pPr>
            <a:r>
              <a:t>Utkarsha Gawade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029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utkarshagawade1701@gmail.com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440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FFDA"/>
                </a:solidFill>
                <a:latin typeface="Calibri"/>
              </a:defRPr>
            </a:pPr>
            <a:r>
              <a:t>github.com/utkarshagawade17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FFDA"/>
                </a:solidFill>
                <a:latin typeface="Calibri"/>
              </a:defRPr>
            </a:pPr>
            <a:r>
              <a:t>⚠️ 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 Multiple tools &amp; interfaces required</a:t>
            </a:r>
            <a:br/>
            <a:br/>
            <a:r>
              <a:t>→ Complex kubectl commands</a:t>
            </a:r>
            <a:br/>
            <a:br/>
            <a:r>
              <a:t>→ Steep learning curve</a:t>
            </a:r>
            <a:br/>
            <a:br/>
            <a:r>
              <a:t>→ Time-consuming diagnostics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80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8FAFC"/>
                </a:solidFill>
                <a:latin typeface="Calibri"/>
              </a:defRPr>
            </a:pPr>
            <a:r>
              <a:t>Solution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Calibri"/>
              </a:defRPr>
            </a:pPr>
            <a:r>
              <a:t>Unified, intelligent interface for infrastructure operations across Kubernetes and Palette environments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FFDA"/>
                </a:solidFill>
                <a:latin typeface="Calibri"/>
              </a:defRPr>
            </a:pPr>
            <a:r>
              <a:t>"What if managing infrastructure was as simple as asking a question?"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FFDA"/>
                </a:solidFill>
                <a:latin typeface="Calibri"/>
              </a:defRPr>
            </a:pPr>
            <a:r>
              <a:t>💡  SOLUTION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FAFC"/>
                </a:solidFill>
                <a:latin typeface="Calibri"/>
              </a:defRPr>
            </a:pPr>
            <a:r>
              <a:t>MCP Infrastructure Management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 Model Context Protocol implementation enabling natural language infrastructure 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743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8FAFC"/>
                </a:solidFill>
                <a:latin typeface="Calibri"/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alibri"/>
              </a:defRPr>
            </a:pPr>
            <a:r>
              <a:t>Plain English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Query infrastructure naturally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286000"/>
            <a:ext cx="2743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8FAFC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alibri"/>
              </a:defRPr>
            </a:pPr>
            <a:r>
              <a:t>Auto Diagnostics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Automated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2743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8FAFC"/>
                </a:solidFill>
                <a:latin typeface="Calibri"/>
              </a:defRPr>
            </a:pPr>
            <a:r>
              <a:t>☁️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alibri"/>
              </a:defRPr>
            </a:pPr>
            <a:r>
              <a:t>Multi-Cloud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Unified interface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2286000"/>
            <a:ext cx="274320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8FAFC"/>
                </a:solidFill>
                <a:latin typeface="Calibri"/>
              </a:defRPr>
            </a:pPr>
            <a:r>
              <a:t>🏗️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834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FAFC"/>
                </a:solidFill>
                <a:latin typeface="Calibri"/>
              </a:defRPr>
            </a:pPr>
            <a:r>
              <a:t>Production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Enterprise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Python 3.9+  •  Model Context Protocol (MCP)  •  Kubernetes API  •  Spectro Cloud Palette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FFDA"/>
                </a:solidFill>
                <a:latin typeface="Calibri"/>
              </a:defRPr>
            </a:pPr>
            <a:r>
              <a:t>🔗 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097280"/>
            <a:ext cx="4846320" cy="822960"/>
          </a:xfrm>
          <a:prstGeom prst="round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280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Calibri"/>
              </a:defRPr>
            </a:pPr>
            <a:r>
              <a:t>Natural Language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FFD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377440"/>
            <a:ext cx="85039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514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MCP Server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K8s Tools (11 tools)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Palette Tools (7 tools)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FFDA"/>
                </a:solidFill>
                <a:latin typeface="Calibri"/>
              </a:defRPr>
            </a:pPr>
            <a:r>
              <a:t>Policy Enforcement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4023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FFDA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480560"/>
            <a:ext cx="850392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Infrastructure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4983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AWS  •  Azure  •  GCP  •  Edge  •  On-Prem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FFDA"/>
                </a:solidFill>
                <a:latin typeface="Calibri"/>
              </a:defRPr>
            </a:pPr>
            <a:r>
              <a:t>⚡  CORE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Kubernetes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Cluster health monitoring</a:t>
            </a:r>
            <a:br/>
            <a:r>
              <a:t>→ Automated diagnostics</a:t>
            </a:r>
            <a:br/>
            <a:r>
              <a:t>→ Resource management</a:t>
            </a:r>
            <a:br/>
            <a:r>
              <a:t>→ Log analysis</a:t>
            </a:r>
            <a:br/>
            <a:r>
              <a:t>→ Event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97280"/>
            <a:ext cx="36576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Palette MCP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373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Multi-cloud management</a:t>
            </a:r>
            <a:br/>
            <a:r>
              <a:t>→ Profile recommendations</a:t>
            </a:r>
            <a:br/>
            <a:r>
              <a:t>→ Drift detection</a:t>
            </a:r>
            <a:br/>
            <a:r>
              <a:t>→ Policy validation</a:t>
            </a:r>
            <a:br/>
            <a:r>
              <a:t>→ Cost optimization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6576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Security compliance</a:t>
            </a:r>
            <a:br/>
            <a:r>
              <a:t>→ Root cause analysis</a:t>
            </a:r>
            <a:br/>
            <a:r>
              <a:t>→ Natural language queries</a:t>
            </a:r>
            <a:br/>
            <a:r>
              <a:t>→ Real-time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FFDA"/>
                </a:solidFill>
                <a:latin typeface="Calibri"/>
              </a:defRPr>
            </a:pPr>
            <a:r>
              <a:t>💬  EXAMPLE CAPABILITIES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FFDA"/>
                </a:solidFill>
                <a:latin typeface="Calibri"/>
              </a:defRPr>
            </a:pPr>
            <a:r>
              <a:t>"Why is the payment service failing?"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[CRITICAL] Pod Crash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• Root Cause: Out of Memory (OOM)</a:t>
            </a:r>
            <a:br/>
            <a:r>
              <a:t>• Exit Code: 137 (SIGKILL)</a:t>
            </a:r>
            <a:br/>
            <a:r>
              <a:t>• Memory Limit: 512Mi (insufficient)</a:t>
            </a:r>
            <a:br/>
            <a:r>
              <a:t>• Fix: Increase limit to 1Gi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4864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344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4FFDA"/>
                </a:solidFill>
                <a:latin typeface="Calibri"/>
              </a:defRPr>
            </a:pPr>
            <a:r>
              <a:t>"Show me cost optimization opportunities"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Calibri"/>
              </a:defRPr>
            </a:pPr>
            <a:r>
              <a:t>Potential savings: $892/month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1. Spot instances for ML: -$580/mo</a:t>
            </a:r>
            <a:br/>
            <a:r>
              <a:t>2. EBS optimization: -$180/mo</a:t>
            </a:r>
            <a:br/>
            <a:r>
              <a:t>3. VPC endpoints: -$132/mo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FFDA"/>
                </a:solidFill>
                <a:latin typeface="Calibri"/>
              </a:defRPr>
            </a:pPr>
            <a:r>
              <a:t>🛠️  TECHNICAL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3017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MCP Tools (K8s)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onsolas"/>
              </a:defRPr>
            </a:pPr>
            <a:r>
              <a:t>• get_cluster_info</a:t>
            </a:r>
            <a:br/>
            <a:r>
              <a:t>• diagnose_cluster</a:t>
            </a:r>
            <a:br/>
            <a:r>
              <a:t>• get_resource_usage</a:t>
            </a:r>
            <a:br/>
            <a:r>
              <a:t>• list_pods</a:t>
            </a:r>
            <a:br/>
            <a:r>
              <a:t>• get_pod_logs</a:t>
            </a:r>
            <a:br/>
            <a:r>
              <a:t>• validate_policies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97280"/>
            <a:ext cx="3657600" cy="3017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MCP Tools (Palette)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373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onsolas"/>
              </a:defRPr>
            </a:pPr>
            <a:r>
              <a:t>• list_clusters</a:t>
            </a:r>
            <a:br/>
            <a:r>
              <a:t>• diagnose_cluster</a:t>
            </a:r>
            <a:br/>
            <a:r>
              <a:t>• recommend_profile</a:t>
            </a:r>
            <a:br/>
            <a:r>
              <a:t>• validate_configuration</a:t>
            </a:r>
            <a:br/>
            <a:r>
              <a:t>• analyze_cluster_cost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657600" cy="3017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Policy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• Pre-deployment validation</a:t>
            </a:r>
            <a:br/>
            <a:r>
              <a:t>• Security compliance</a:t>
            </a:r>
            <a:br/>
            <a:r>
              <a:t>• Resource governance</a:t>
            </a:r>
            <a:br/>
            <a:r>
              <a:t>• Cost controls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FFDA"/>
                </a:solidFill>
                <a:latin typeface="Calibri"/>
              </a:defRPr>
            </a:pPr>
            <a:r>
              <a:t>📊  DEMO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Health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 Automated issue detection</a:t>
            </a:r>
            <a:br/>
            <a:r>
              <a:t>→ Health scoring (0-100)</a:t>
            </a:r>
            <a:br/>
            <a:r>
              <a:t>→ Severity classification</a:t>
            </a:r>
            <a:br/>
            <a:r>
              <a:t>→ Root cause identification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Example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onsolas"/>
              </a:defRPr>
            </a:pPr>
            <a:r>
              <a:t>Cluster Health: 73/100 [WARNING]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• 1 Critical (payment-service OOM)</a:t>
            </a:r>
            <a:br/>
            <a:r>
              <a:t>• 3 Warnings (memory, cert, drift)</a:t>
            </a:r>
            <a:br/>
            <a:r>
              <a:t>• Actionable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FFDA"/>
                </a:solidFill>
                <a:latin typeface="Calibri"/>
              </a:defRPr>
            </a:pPr>
            <a:r>
              <a:t>Performance: Real-time analysis  •  Sub-second response  •  Multi-cluster support  •  Production-grade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FFDA"/>
                </a:solidFill>
                <a:latin typeface="Calibri"/>
              </a:defRPr>
            </a:pPr>
            <a:r>
              <a:t>💼  ENTERPRISE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For Ops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Faster troubleshooting</a:t>
            </a:r>
            <a:br/>
            <a:r>
              <a:t>→ Reduced learning curve</a:t>
            </a:r>
            <a:br/>
            <a:r>
              <a:t>→ Proactive detection</a:t>
            </a:r>
            <a:br/>
            <a:r>
              <a:t>→ Natural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97280"/>
            <a:ext cx="36576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For Organizations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373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Cost optimization</a:t>
            </a:r>
            <a:br/>
            <a:r>
              <a:t>→ Security compliance</a:t>
            </a:r>
            <a:br/>
            <a:r>
              <a:t>→ Multi-cloud standard</a:t>
            </a:r>
            <a:br/>
            <a:r>
              <a:t>→ Reduced overhead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6576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ROI Indicators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60% faster diagnostics</a:t>
            </a:r>
            <a:br/>
            <a:r>
              <a:t>→ Auto compliance</a:t>
            </a:r>
            <a:br/>
            <a:r>
              <a:t>→ Cost savings ID</a:t>
            </a:r>
            <a:br/>
            <a:r>
              <a:t>→ Lower expertise bar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FFDA"/>
                </a:solidFill>
                <a:latin typeface="Calibri"/>
              </a:defRPr>
            </a:pPr>
            <a:r>
              <a:t>🛡️  PRODUCTION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3017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🔒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API key management</a:t>
            </a:r>
            <a:br/>
            <a:r>
              <a:t>→ Read-only defaults</a:t>
            </a:r>
            <a:br/>
            <a:r>
              <a:t>→ Audit logging</a:t>
            </a:r>
            <a:br/>
            <a:r>
              <a:t>→ Policy enforcement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97280"/>
            <a:ext cx="3657600" cy="3017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34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📈 Scalability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288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Stateless architecture</a:t>
            </a:r>
            <a:br/>
            <a:r>
              <a:t>→ Connection pooling</a:t>
            </a:r>
            <a:br/>
            <a:r>
              <a:t>→ Caching ready</a:t>
            </a:r>
            <a:br/>
            <a:r>
              <a:t>→ Multi-instance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657600" cy="3017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344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✅ 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Error handling</a:t>
            </a:r>
            <a:br/>
            <a:r>
              <a:t>→ Graceful degradation</a:t>
            </a:r>
            <a:br/>
            <a:r>
              <a:t>→ Health checks</a:t>
            </a:r>
            <a:br/>
            <a:r>
              <a:t>→ Retry mechanisms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FFDA"/>
                </a:solidFill>
                <a:latin typeface="Calibri"/>
              </a:defRPr>
            </a:pPr>
            <a:r>
              <a:t>🚀 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Planned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Multi-user support with RBAC</a:t>
            </a:r>
            <a:br/>
            <a:r>
              <a:t>→ Webhook integrations</a:t>
            </a:r>
            <a:br/>
            <a:r>
              <a:t>→ Slack/Teams notifications</a:t>
            </a:r>
            <a:br/>
            <a:r>
              <a:t>→ Custom policy definitions</a:t>
            </a:r>
            <a:br/>
            <a:r>
              <a:t>→ Historical trend analysis</a:t>
            </a:r>
            <a:br/>
            <a:r>
              <a:t>→ Predictive maintenance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3200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Integration 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CI/CD pipeline integration</a:t>
            </a:r>
            <a:br/>
            <a:r>
              <a:t>→ Incident management systems</a:t>
            </a:r>
            <a:br/>
            <a:r>
              <a:t>→ Cost management platforms</a:t>
            </a:r>
            <a:br/>
            <a:r>
              <a:t>→ Observability tools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FFDA"/>
                </a:solidFill>
                <a:latin typeface="Calibri"/>
              </a:defRPr>
            </a:pPr>
            <a:r>
              <a:t>⭐  TECHNICAL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6576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Code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Type-annotated Python</a:t>
            </a:r>
            <a:br/>
            <a:r>
              <a:t>→ Comprehensive docs</a:t>
            </a:r>
            <a:br/>
            <a:r>
              <a:t>→ Unit test coverage</a:t>
            </a:r>
            <a:br/>
            <a:r>
              <a:t>→ CI/CD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97280"/>
            <a:ext cx="36576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Design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373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Clean architecture</a:t>
            </a:r>
            <a:br/>
            <a:r>
              <a:t>→ Separation of concerns</a:t>
            </a:r>
            <a:br/>
            <a:r>
              <a:t>→ Plugin-based tools</a:t>
            </a:r>
            <a:br/>
            <a:r>
              <a:t>→ Config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657600" cy="2560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34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Calibri"/>
              </a:defRPr>
            </a:pPr>
            <a:r>
              <a:t>Repository Stats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→ 6000+ lines of code</a:t>
            </a:r>
            <a:br/>
            <a:r>
              <a:t>→ 29 files</a:t>
            </a:r>
            <a:br/>
            <a:r>
              <a:t>→ Production-ready</a:t>
            </a:r>
            <a:br/>
            <a:r>
              <a:t>→ MIT License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FFDA"/>
                </a:solidFill>
                <a:latin typeface="Calibri"/>
              </a:defRPr>
            </a:pPr>
            <a:r>
              <a:t>🎬  LIVE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Demo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1. Start interactive console</a:t>
            </a:r>
            <a:br/>
            <a:r>
              <a:t>2. Query cluster health</a:t>
            </a:r>
            <a:br/>
            <a:r>
              <a:t>3. Diagnose critical issue</a:t>
            </a:r>
            <a:br/>
            <a:r>
              <a:t>4. Get cost recommendations</a:t>
            </a:r>
            <a:br/>
            <a:r>
              <a:t>5. Validate security compliance</a:t>
            </a:r>
            <a:br/>
            <a:r>
              <a:t>6. Show multi-cloud management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4FFDA"/>
                </a:solidFill>
                <a:latin typeface="Calibri"/>
              </a:defRPr>
            </a:pPr>
            <a:r>
              <a:t>✓ Natural language = accessible ops</a:t>
            </a:r>
            <a:br/>
            <a:br/>
            <a:r>
              <a:t>✓ Automated analysis = faster fixes</a:t>
            </a:r>
            <a:br/>
            <a:br/>
            <a:r>
              <a:t>✓ Multi-cloud = unified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64FFDA"/>
                </a:solidFill>
                <a:latin typeface="Calibri"/>
              </a:defRPr>
            </a:pPr>
            <a:r>
              <a:t>🎯 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What Was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Production-ready MCP server for infrastructure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4864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Key Achievements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NL management • Multi-cloud • Auto diagnostics • Enterprise-grade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1247120" cy="1645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8FAFC"/>
                </a:solidFill>
                <a:latin typeface="Calibri"/>
              </a:defRPr>
            </a:pPr>
            <a:r>
              <a:t>Value Proposition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4FFDA"/>
                </a:solidFill>
                <a:latin typeface="Calibri"/>
              </a:defRPr>
            </a:pPr>
            <a:r>
              <a:t>Makes complex infrastructure operations accessible through conversational interface</a:t>
            </a:r>
            <a:br/>
            <a:r>
              <a:t>while maintaining production-grade reliability and security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8FAFC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4A3B8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4114800"/>
            <a:ext cx="41148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297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FFDA"/>
                </a:solidFill>
                <a:latin typeface="Calibri"/>
              </a:defRPr>
            </a:pPr>
            <a:r>
              <a:t>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8FAFC"/>
                </a:solidFill>
                <a:latin typeface="Calibri"/>
              </a:defRPr>
            </a:pPr>
            <a:r>
              <a:t>Utkarsha Gawade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166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utkarshagawade1701@gmail.com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411480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42976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4FFDA"/>
                </a:solidFill>
                <a:latin typeface="Calibri"/>
              </a:defRPr>
            </a:pPr>
            <a:r>
              <a:t>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754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8FAFC"/>
                </a:solidFill>
                <a:latin typeface="Calibri"/>
              </a:defRPr>
            </a:pPr>
            <a:r>
              <a:t>github.com/utkarshagawade17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166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linkedin.com/in/utkarsha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